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736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64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47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16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325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146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24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16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2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602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713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15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2517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6881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9958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479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E964B56-0A20-413B-9517-25CB7F4674CE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B72A3A3-8DFA-49DD-91A3-4ACEA00FF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21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66DDB-47C5-61BD-4264-C5B6798176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/>
              <a:t>Assignment 4️: Personal Web Application</a:t>
            </a:r>
            <a:br>
              <a:rPr lang="en-US" sz="3200" b="1" dirty="0"/>
            </a:br>
            <a:r>
              <a:rPr lang="en-US" sz="3200" dirty="0"/>
              <a:t>Final Portfolio Website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EC9F7B-889D-8D4E-A1E2-13EB25B8D3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Name: Mohammed Alfaraj</a:t>
            </a:r>
          </a:p>
          <a:p>
            <a:r>
              <a:rPr lang="en-US" sz="1800" dirty="0"/>
              <a:t>ID: 202323090</a:t>
            </a:r>
          </a:p>
          <a:p>
            <a:r>
              <a:rPr lang="en-US" sz="1800" dirty="0"/>
              <a:t>SWE363 - Web Engineering &amp;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53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0673-3198-DBA6-56AA-36B3E85B1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3EFF6-9151-602D-3130-CFC2F9548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Final polished version of my portfolio website</a:t>
            </a:r>
          </a:p>
          <a:p>
            <a:r>
              <a:rPr lang="en-US" sz="2000" dirty="0"/>
              <a:t>Combines features from Assignments 1, 2, and 3 into one complete application</a:t>
            </a:r>
          </a:p>
          <a:p>
            <a:r>
              <a:rPr lang="en-US" sz="2000" dirty="0"/>
              <a:t>Designed to be responsive, interactive, and publicly accessible</a:t>
            </a:r>
          </a:p>
          <a:p>
            <a:r>
              <a:rPr lang="en-US" sz="2000" dirty="0"/>
              <a:t>Created to showcase my skills, projects, and progress in web development</a:t>
            </a:r>
          </a:p>
          <a:p>
            <a:r>
              <a:rPr lang="en-US" sz="2000" dirty="0"/>
              <a:t>Published live using GitHub Pages</a:t>
            </a:r>
          </a:p>
        </p:txBody>
      </p:sp>
    </p:spTree>
    <p:extLst>
      <p:ext uri="{BB962C8B-B14F-4D97-AF65-F5344CB8AC3E}">
        <p14:creationId xmlns:p14="http://schemas.microsoft.com/office/powerpoint/2010/main" val="141433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1CFC9-F517-9DE4-4FCE-649237259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E61B9-5EDB-96D4-B797-35B76A9E0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Live demonstration of key features</a:t>
            </a:r>
          </a:p>
          <a:p>
            <a:r>
              <a:rPr lang="en-US" sz="2800" dirty="0"/>
              <a:t>Technical architecture overview</a:t>
            </a:r>
          </a:p>
          <a:p>
            <a:r>
              <a:rPr lang="en-US" sz="2800" dirty="0"/>
              <a:t>AI integration highlights</a:t>
            </a:r>
          </a:p>
        </p:txBody>
      </p:sp>
    </p:spTree>
    <p:extLst>
      <p:ext uri="{BB962C8B-B14F-4D97-AF65-F5344CB8AC3E}">
        <p14:creationId xmlns:p14="http://schemas.microsoft.com/office/powerpoint/2010/main" val="87896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51D87-C8AB-C61D-C623-C249F540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DC297-C882-5C62-DD2C-FE5C775F3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Dark and light mode with </a:t>
            </a:r>
            <a:r>
              <a:rPr lang="en-US" dirty="0" err="1"/>
              <a:t>localStorage</a:t>
            </a:r>
            <a:endParaRPr lang="en-US" dirty="0"/>
          </a:p>
          <a:p>
            <a:r>
              <a:rPr lang="en-US" dirty="0"/>
              <a:t>Project search, filter, and sort</a:t>
            </a:r>
          </a:p>
          <a:p>
            <a:r>
              <a:rPr lang="en-US" dirty="0"/>
              <a:t>GitHub API integration</a:t>
            </a:r>
          </a:p>
          <a:p>
            <a:r>
              <a:rPr lang="en-US" dirty="0"/>
              <a:t>Contact form validation and feedback</a:t>
            </a:r>
          </a:p>
          <a:p>
            <a:r>
              <a:rPr lang="en-US" dirty="0"/>
              <a:t>Visitor name saving and site counter</a:t>
            </a:r>
          </a:p>
          <a:p>
            <a:r>
              <a:rPr lang="en-US" dirty="0"/>
              <a:t>Back-to-top button and responsive layout</a:t>
            </a:r>
          </a:p>
        </p:txBody>
      </p:sp>
    </p:spTree>
    <p:extLst>
      <p:ext uri="{BB962C8B-B14F-4D97-AF65-F5344CB8AC3E}">
        <p14:creationId xmlns:p14="http://schemas.microsoft.com/office/powerpoint/2010/main" val="2451974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C19A-6B80-F536-C660-039BE454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A0AE0-C68E-6144-1900-6C8D4E088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for structure</a:t>
            </a:r>
          </a:p>
          <a:p>
            <a:r>
              <a:rPr lang="en-US" dirty="0"/>
              <a:t>CSS for styling and responsiveness</a:t>
            </a:r>
          </a:p>
          <a:p>
            <a:r>
              <a:rPr lang="en-US" dirty="0"/>
              <a:t>JavaScript for interactivity and dynamic features</a:t>
            </a:r>
          </a:p>
          <a:p>
            <a:r>
              <a:rPr lang="en-US" dirty="0"/>
              <a:t>GitHub API with fetch()</a:t>
            </a:r>
          </a:p>
          <a:p>
            <a:r>
              <a:rPr lang="en-US" dirty="0"/>
              <a:t>GitHub Pages for live deployment</a:t>
            </a:r>
          </a:p>
        </p:txBody>
      </p:sp>
    </p:spTree>
    <p:extLst>
      <p:ext uri="{BB962C8B-B14F-4D97-AF65-F5344CB8AC3E}">
        <p14:creationId xmlns:p14="http://schemas.microsoft.com/office/powerpoint/2010/main" val="3130571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CEB0-6236-0941-DF68-DF129281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Use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704B3-3A8A-1FE9-81FF-5307D6627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AI Use:</a:t>
            </a:r>
          </a:p>
          <a:p>
            <a:r>
              <a:rPr lang="en-US" dirty="0"/>
              <a:t>ChatGPT for feature ideas, debugging, code review, and documentation help </a:t>
            </a:r>
          </a:p>
          <a:p>
            <a:pPr marL="0" indent="0">
              <a:buNone/>
            </a:pPr>
            <a:r>
              <a:rPr lang="en-US" dirty="0"/>
              <a:t>Challenges:</a:t>
            </a:r>
          </a:p>
          <a:p>
            <a:r>
              <a:rPr lang="en-US" dirty="0"/>
              <a:t>Debugging JavaScript issues</a:t>
            </a:r>
          </a:p>
          <a:p>
            <a:r>
              <a:rPr lang="en-US" dirty="0"/>
              <a:t>Connecting and testing the GitHub API</a:t>
            </a:r>
          </a:p>
          <a:p>
            <a:r>
              <a:rPr lang="en-US" dirty="0"/>
              <a:t>Making sure features worked correctly after deployment</a:t>
            </a:r>
          </a:p>
        </p:txBody>
      </p:sp>
    </p:spTree>
    <p:extLst>
      <p:ext uri="{BB962C8B-B14F-4D97-AF65-F5344CB8AC3E}">
        <p14:creationId xmlns:p14="http://schemas.microsoft.com/office/powerpoint/2010/main" val="115007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818D1-8B08-8A17-AD72-92BDDA6CC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74CEF-3E91-0E5E-6B72-E694508E7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Final polished version of my portfolio website</a:t>
            </a:r>
          </a:p>
          <a:p>
            <a:r>
              <a:rPr lang="en-US" dirty="0"/>
              <a:t>Publicly deployed and ready to share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Future work:</a:t>
            </a:r>
          </a:p>
          <a:p>
            <a:r>
              <a:rPr lang="en-US" dirty="0"/>
              <a:t>Add more project details or project pages</a:t>
            </a:r>
          </a:p>
          <a:p>
            <a:r>
              <a:rPr lang="en-US" dirty="0"/>
              <a:t>Improve styling and animations further</a:t>
            </a:r>
          </a:p>
          <a:p>
            <a:r>
              <a:rPr lang="en-US" dirty="0"/>
              <a:t>Continue updating the portfolio over time</a:t>
            </a:r>
          </a:p>
        </p:txBody>
      </p:sp>
    </p:spTree>
    <p:extLst>
      <p:ext uri="{BB962C8B-B14F-4D97-AF65-F5344CB8AC3E}">
        <p14:creationId xmlns:p14="http://schemas.microsoft.com/office/powerpoint/2010/main" val="41476123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</TotalTime>
  <Words>226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Assignment 4️: Personal Web Application Final Portfolio Website Presentation</vt:lpstr>
      <vt:lpstr>Project Overview &amp; Motivation</vt:lpstr>
      <vt:lpstr>Technical Demonstration</vt:lpstr>
      <vt:lpstr>Key Features</vt:lpstr>
      <vt:lpstr>Technical Architecture</vt:lpstr>
      <vt:lpstr>AI Use and Challenges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Salah</dc:creator>
  <cp:lastModifiedBy>Mohammed Salah</cp:lastModifiedBy>
  <cp:revision>1</cp:revision>
  <dcterms:created xsi:type="dcterms:W3CDTF">2026-04-25T19:45:37Z</dcterms:created>
  <dcterms:modified xsi:type="dcterms:W3CDTF">2026-04-25T20:02:04Z</dcterms:modified>
</cp:coreProperties>
</file>